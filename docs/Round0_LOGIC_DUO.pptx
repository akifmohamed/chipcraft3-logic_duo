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morning! We are TEAM LOGIC DUO from Government College of Engineering, Srirangam. Our problem is the Smart Water Distribution Scheduler. [Say your teammate's name too — and remember to type it on this slide first!]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PS in two lines: Design a controller that schedules water to multiple zones based on demand, priority and available supply — serving the most urgent zone first, opening only one valve at a time, and never wasting water when supply is short. That's it. Simple, but every objective in the PS has to be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solution has four building blocks. Two are required by the PS — the priority arbiter with emergency support, and the one-hot valve safety. Two are OUR innovation: first, skip-to-fit scheduling — if the biggest emergency zone needs 200 units but only 100 are available, we don't stall the city; we serve a smaller zone that fits and flag the shortage. Second, accountability — total and per-zone counters plus a live insufficient-supply flag. It's a simple FSM — tiny and fast for 32nm, and the whole plan maps cleanly onto the RTL-to-GDS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interface. Inputs: each zone sends a request, a 2-bit priority and its demand in water units. The plant sends available supply and pump status. Outputs: one-hot valve commands — the safety core of our design — an ack pulse when a zone is served, total and per-zone cycle counters, and a live insufficient-supply flag. Everything is parameterized: 4 zones, 8-bit demands, 16-clock serve time, 100 MHz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EXPECT to deliver. All six PS objectives covered. A self-checking testbench with 7 test groups, targeting all pass. By design the valves are one-hot, so we expect zero conflicts. The counters will be exact: total equals the sum of per-zone counts. Technical targets: 100 MHz in SAED 32nm, latch-free synthesizable Verilog, timing-closed synthesis in DC and clean place-and-route with GDS in ICC2. Expected bottom line: fair, safe,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6400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FFB300"/>
                </a:solidFill>
                <a:latin typeface="Calibri"/>
              </a:rPr>
              <a:t>CHIPCRAFT 3.0  —  RTL TO PHYSICAL DESIGN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SMART WATER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DISTRIBUTION SCHEDULER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>
                <a:solidFill>
                  <a:srgbClr val="009688"/>
                </a:solidFill>
                <a:latin typeface="Calibri"/>
              </a:rPr>
              <a:t>Priority-Aware · Emergency-Ready · Conflict-Free Valve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TEAM LOGIC DUO   |   Team #32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Akif Mohamed  (Team Lead)   ·   [ add teammate name ]</a:t>
            </a:r>
          </a:p>
          <a:p>
            <a:pPr algn="ctr">
              <a:lnSpc>
                <a:spcPct val="100000"/>
              </a:lnSpc>
              <a:spcAft>
                <a:spcPts val="1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Government College of Engineering, Srirangam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FFB300"/>
                </a:solidFill>
                <a:latin typeface="Calibri"/>
              </a:rPr>
              <a:t>Flow:  Verilog RTL  →  VCS Simulation  →  DC Synthesis  →  ICC2 Layout   (SAED 32nm)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B300"/>
                </a:solidFill>
                <a:latin typeface="Calibri"/>
              </a:rPr>
              <a:t>SLIDE 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ROUND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91440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10515600" cy="292608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109728" cy="292608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987552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600" b="1">
                <a:solidFill>
                  <a:srgbClr val="0F2041"/>
                </a:solidFill>
                <a:latin typeface="Calibri"/>
              </a:rPr>
              <a:t>Design a controller that schedules water to multiple zones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2600" b="1">
                <a:solidFill>
                  <a:srgbClr val="0F2041"/>
                </a:solidFill>
                <a:latin typeface="Calibri"/>
              </a:rPr>
              <a:t>based on DEMAND, PRIORITY and AVAILABLE SUPPLY.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2000" b="0">
                <a:solidFill>
                  <a:srgbClr val="212121"/>
                </a:solidFill>
                <a:latin typeface="Calibri"/>
              </a:rPr>
              <a:t>It serves the most urgent zone first, opens only ONE valve at a time,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212121"/>
                </a:solidFill>
                <a:latin typeface="Calibri"/>
              </a:rPr>
              <a:t>and never wastes water when supply is short.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009688"/>
                </a:solidFill>
                <a:latin typeface="Calibri"/>
              </a:rPr>
              <a:t>Why it matters: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In real cities, low-pressure zones wait while high-pressure zones overflow.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Our chip makes distribution FAIR, SAFE and ACCOUNTABLE.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B300"/>
                </a:solidFill>
                <a:latin typeface="Calibri"/>
              </a:rPr>
              <a:t>SLIDE 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ROUND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91440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OUR INNOVATIVE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577840" cy="14173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91440" cy="14173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5166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>
                <a:solidFill>
                  <a:srgbClr val="0F2041"/>
                </a:solidFill>
                <a:latin typeface="Calibri"/>
              </a:rPr>
              <a:t>🏆  Priority + Emergency Arbiter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12121"/>
                </a:solidFill>
                <a:latin typeface="Calibri"/>
              </a:rPr>
              <a:t>4 zones, priority 0-3. Priority 3 = EMERGENCY jumps the queue.
Tie-break: lowest zone index — fair and deterministic.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5486400" cy="14173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71600"/>
            <a:ext cx="91440" cy="14173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481328"/>
            <a:ext cx="5074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>
                <a:solidFill>
                  <a:srgbClr val="0F2041"/>
                </a:solidFill>
                <a:latin typeface="Calibri"/>
              </a:rPr>
              <a:t>🔒  Conflict-Free One-Hot Valves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12121"/>
                </a:solidFill>
                <a:latin typeface="Calibri"/>
              </a:rPr>
              <a:t>Exactly one valve can open at a time (one-hot by design).
A running flush is never aborted — valve safety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71800"/>
            <a:ext cx="5577840" cy="14173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971800"/>
            <a:ext cx="91440" cy="14173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081528"/>
            <a:ext cx="51663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>
                <a:solidFill>
                  <a:srgbClr val="0F2041"/>
                </a:solidFill>
                <a:latin typeface="Calibri"/>
              </a:rPr>
              <a:t>🧠  SMART Skip-to-Fit Scheduling  (our innovation)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12121"/>
                </a:solidFill>
                <a:latin typeface="Calibri"/>
              </a:rPr>
              <a:t>If the top zone's demand &gt; available water, we serve a smaller
zone that FITS instead of stalling the whole city. No starvation!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971800"/>
            <a:ext cx="5486400" cy="141732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971800"/>
            <a:ext cx="91440" cy="141732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3081528"/>
            <a:ext cx="5074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>
                <a:solidFill>
                  <a:srgbClr val="0F2041"/>
                </a:solidFill>
                <a:latin typeface="Calibri"/>
              </a:rPr>
              <a:t>📊  Accountability Built-In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212121"/>
                </a:solidFill>
                <a:latin typeface="Calibri"/>
              </a:rPr>
              <a:t>Total + per-zone cycle counters and a LIVE insufficient-supply flag.
Every litre served is tracked — audit-ready.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663440"/>
            <a:ext cx="11247120" cy="1554480"/>
          </a:xfrm>
          <a:prstGeom prst="rect">
            <a:avLst/>
          </a:prstGeom>
          <a:solidFill>
            <a:srgbClr val="0F2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106984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Design: FSM (IDLE → SERVE → WAIT/DONE)  +  demand tracker  +  priority arbiter  +  one-hot valve driver  +  counters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FFB300"/>
                </a:solidFill>
                <a:latin typeface="Calibri"/>
              </a:rPr>
              <a:t>Plan: clean synthesizable Verilog for 32nm, covered by a self-checking testbench (7 test groups) across the full RTL→GDS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B300"/>
                </a:solidFill>
                <a:latin typeface="Calibri"/>
              </a:rPr>
              <a:t>SLIDE 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ROUND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91440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INTERFACE — INPUTS, OUTPUTS &amp; PARAMETERS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55778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47472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0F2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0F204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clk, rst_n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100 MHz clock, async reset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zone_req[3:0]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zone demands water (one bit/zone)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zone_prio[7:0]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2-bit priority / zone (3 = EMERGENCY)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zone_demand[31:0]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8-bit water units wanted per zone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supply_avail[7:0]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water units available now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supply_valid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pump 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1344168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09688"/>
                </a:solidFill>
                <a:latin typeface="Calibri"/>
              </a:rPr>
              <a:t>INPUTS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691640"/>
          <a:ext cx="548640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38328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0F2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0F204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valve_open[3:0]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one-hot valve commands (safe!)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grant_ack[3:0]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pulse: that zone is served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cycles_done[31:0]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total completed cycles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zone_cycles[63:0]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16-bit cycle count per zone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insufficient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 = demand but not enough water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busy, status[2:0]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serve in progress; state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63640" y="134416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09688"/>
                </a:solidFill>
                <a:latin typeface="Calibri"/>
              </a:rPr>
              <a:t>OUTPUTS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461772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91840"/>
              </a:tblGrid>
              <a:tr h="2926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SIGNAL</a:t>
                      </a:r>
                    </a:p>
                  </a:txBody>
                  <a:tcPr>
                    <a:solidFill>
                      <a:srgbClr val="0F2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0F204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NZONES = 4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number of zones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DATA_W =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water unit width (0–255)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SERVE_CYCLES = 16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clocks per distribution</a:t>
                      </a:r>
                    </a:p>
                  </a:txBody>
                  <a:tcPr>
                    <a:solidFill>
                      <a:srgbClr val="E8F2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Clock = 100 MHz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212121"/>
                          </a:solidFill>
                          <a:latin typeface="Calibri"/>
                        </a:defRPr>
                      </a:pPr>
                      <a:r>
                        <a:t>10 ns, SAED 32nm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270248"/>
            <a:ext cx="5577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009688"/>
                </a:solidFill>
                <a:latin typeface="Calibri"/>
              </a:rPr>
              <a:t>KEY PARAMETERS &amp;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297680"/>
            <a:ext cx="5486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09688"/>
                </a:solidFill>
                <a:latin typeface="Calibri"/>
              </a:rPr>
              <a:t>STATUS CODES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0 = IDLE (nothing to do)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1 = SERVE (valve open, water flowing)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2 = WAIT (insufficient supply)</a:t>
            </a:r>
          </a:p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3 = CYCLE DONE (bookkeeping pulse)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009688"/>
                </a:solidFill>
                <a:latin typeface="Calibri"/>
              </a:rPr>
              <a:t>PRIORITY VALUES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0 = Low · 1 = Medium · 2 = High · 3 = Emergency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2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3716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FFB300"/>
                </a:solidFill>
                <a:latin typeface="Calibri"/>
              </a:rPr>
              <a:t>SLIDE 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ROUND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91440"/>
            <a:ext cx="96926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EXPECTED OUTCOMES &amp; KEY 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57784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34582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PS objectives to be covered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9624" y="1444752"/>
            <a:ext cx="21195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target 6 / 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557784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93392"/>
            <a:ext cx="34582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Self-checking TB (7 test groups)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9624" y="1993392"/>
            <a:ext cx="21195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expected ALL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14600"/>
            <a:ext cx="557784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542032"/>
            <a:ext cx="34582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Valve conflicts (one-hot)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9624" y="2542032"/>
            <a:ext cx="21195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expected 0 conflicts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63240"/>
            <a:ext cx="557784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090672"/>
            <a:ext cx="34582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Priority + emergency behaviour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9624" y="3090672"/>
            <a:ext cx="21195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served first, by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611880"/>
            <a:ext cx="557784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39312"/>
            <a:ext cx="34582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Insufficient-supply handling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3639312"/>
            <a:ext cx="21195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flag + WAIT + skip-to-fit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160520"/>
            <a:ext cx="557784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87952"/>
            <a:ext cx="34582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Cycle tracking 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9624" y="4187952"/>
            <a:ext cx="21195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total = Σ per-zone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417320"/>
            <a:ext cx="548640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444752"/>
            <a:ext cx="34015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Clock target (SAED 32nm)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1444752"/>
            <a:ext cx="20848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100 MHz / 10 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965960"/>
            <a:ext cx="548640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993392"/>
            <a:ext cx="34015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Logic style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1993392"/>
            <a:ext cx="20848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Synthesizable Verilog, no latches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514600"/>
            <a:ext cx="548640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542032"/>
            <a:ext cx="34015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Synthesis (DC)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542032"/>
            <a:ext cx="20848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expect: timing met + clean QoR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3063240"/>
            <a:ext cx="548640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090672"/>
            <a:ext cx="34015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Physical design (ICC2)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090672"/>
            <a:ext cx="20848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expect: P&amp;R clean + GDS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611880"/>
            <a:ext cx="548640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639312"/>
            <a:ext cx="34015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Final deliverables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3639312"/>
            <a:ext cx="20848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RTL+TB+SDC+Netlist+Rpts+GDS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160520"/>
            <a:ext cx="5486400" cy="475488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187952"/>
            <a:ext cx="340156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212121"/>
                </a:solidFill>
                <a:latin typeface="Calibri"/>
              </a:rPr>
              <a:t>→  Design area class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187952"/>
            <a:ext cx="208483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009688"/>
                </a:solidFill>
                <a:latin typeface="Calibri"/>
              </a:rPr>
              <a:t>4-zone controller, 32-bit counters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029200"/>
            <a:ext cx="11247120" cy="1234440"/>
          </a:xfrm>
          <a:prstGeom prst="rect">
            <a:avLst/>
          </a:prstGeom>
          <a:solidFill>
            <a:srgbClr val="0F20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120640"/>
            <a:ext cx="1069848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B300"/>
                </a:solidFill>
                <a:latin typeface="Calibri"/>
              </a:rPr>
              <a:t>EXPECTED BOTTOM LINE: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 fair, safe and auditable water scheduler — all 6 objectives met, RTL verified, timing-closed 32nm layout at 100 MHz.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